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" pitchFamily="2" charset="0"/>
      <p:regular r:id="rId13"/>
    </p:embeddedFont>
    <p:embeddedFont>
      <p:font typeface="PT Serif" panose="020A0603040505020204" pitchFamily="18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81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44365"/>
            <a:ext cx="6296860" cy="248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Smart Locker Access Control System Using IoT-Based Remote Authentication and Real-Time Monitoring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450869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intelligent, IoT-enabled approach to secure locker access, remote authentication, and continuous monitoring.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51067-5CF9-EEFC-F790-4D405EC796FD}"/>
              </a:ext>
            </a:extLst>
          </p:cNvPr>
          <p:cNvSpPr txBox="1"/>
          <p:nvPr/>
        </p:nvSpPr>
        <p:spPr>
          <a:xfrm>
            <a:off x="0" y="6230331"/>
            <a:ext cx="1616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MOLLI MOHAN</a:t>
            </a:r>
            <a:br>
              <a:rPr lang="en-IN"/>
            </a:br>
            <a:r>
              <a:rPr lang="en-IN"/>
              <a:t>323129520091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9041"/>
            <a:ext cx="6296860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33360" y="1248569"/>
            <a:ext cx="298631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3360" y="1559917"/>
            <a:ext cx="2986310" cy="72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storage is essential across homes, offices, educational institutions, banks, and commercial facilities. Yet most deployed systems fall short of modern security demands.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233360" y="2389287"/>
            <a:ext cx="2986310" cy="596503"/>
          </a:xfrm>
          <a:prstGeom prst="roundRect">
            <a:avLst>
              <a:gd name="adj" fmla="val 3342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211" y="2532856"/>
            <a:ext cx="166088" cy="1328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5150" y="2506464"/>
            <a:ext cx="242167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systems leave critical gaps in both security and visibility.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0260" y="1260277"/>
            <a:ext cx="2986310" cy="11583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8358" y="1412180"/>
            <a:ext cx="26063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Physical Key Risks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778358" y="1723529"/>
            <a:ext cx="2606312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Keys can be lost, duplicated, or stolen — creating direct unauthorized access vulnerabilities.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0260" y="2512020"/>
            <a:ext cx="2986310" cy="11583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78358" y="2663924"/>
            <a:ext cx="26063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Password Vulnerabilities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778358" y="2975273"/>
            <a:ext cx="2606312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Password-based locks are susceptible to guessing, shoulder surfing, and brute-force attacks.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0260" y="3763764"/>
            <a:ext cx="2986310" cy="115837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778358" y="3915668"/>
            <a:ext cx="26063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Limited Monitoring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8778358" y="4227016"/>
            <a:ext cx="2606312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systems offer no continuous monitoring, access logs, or instant alert capabilities.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0260" y="5015508"/>
            <a:ext cx="2986310" cy="115837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778358" y="5167412"/>
            <a:ext cx="26063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Demand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8778358" y="5478760"/>
            <a:ext cx="2606312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require intelligent systems with secure remote authentication and real-time notifications.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1395"/>
            <a:ext cx="6296860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Proposed Solution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195586"/>
            <a:ext cx="629686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Smart Locker Access Control System leverages IoT to deliver secure remote authentication and real-time locker monitoring through a unified, centralized platform.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1763514"/>
            <a:ext cx="6296860" cy="1053306"/>
          </a:xfrm>
          <a:prstGeom prst="roundRect">
            <a:avLst>
              <a:gd name="adj" fmla="val 2145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812085" y="1914128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IoT-Enabled Authentication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12085" y="2233216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remote authentication powered by IoT communication connects users to lockers seamlessly.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1475" y="2936776"/>
            <a:ext cx="6296860" cy="1053306"/>
          </a:xfrm>
          <a:prstGeom prst="roundRect">
            <a:avLst>
              <a:gd name="adj" fmla="val 2145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12085" y="3087390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Centralized Platform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12085" y="3406477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platform manages locker status, user authentication, and access control in real time.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4110038"/>
            <a:ext cx="6296860" cy="1053306"/>
          </a:xfrm>
          <a:prstGeom prst="roundRect">
            <a:avLst>
              <a:gd name="adj" fmla="val 2145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812085" y="4260652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User-Friendly Interface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12085" y="4579739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secure and intuitive interface ensures authorized users can access and manage lockers with ease.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5283299"/>
            <a:ext cx="6296860" cy="1053306"/>
          </a:xfrm>
          <a:prstGeom prst="roundRect">
            <a:avLst>
              <a:gd name="adj" fmla="val 2145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812085" y="5433913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Monitoring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12085" y="5753001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locker activity is continuously monitored, ensuring visibility and rapid response to events.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387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Authentication and Access Control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31516"/>
            <a:ext cx="6936011" cy="39304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1333" y="2415679"/>
            <a:ext cx="3565138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Multi-Modal Authentication Methods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71333" y="2782788"/>
            <a:ext cx="3565138" cy="140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supports one or more of the following authentication approaches, ensuring flexibility and robust security: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IoT-based communication connects the locker hardware to the centralized platform, ensuring only verified, authorized users are granted access.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5531842"/>
            <a:ext cx="338824" cy="33883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1120251" y="5583535"/>
            <a:ext cx="30640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RFID-Based Authentication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20251" y="5902623"/>
            <a:ext cx="306409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present an RFID card or tag for fast, contactless identity verification.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362" y="5531842"/>
            <a:ext cx="338824" cy="33883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4793138" y="5583535"/>
            <a:ext cx="30640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Biometric Authentication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793138" y="5902623"/>
            <a:ext cx="306409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Fingerprint or other biometric data provides a high-assurance identity check.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07249" y="5531842"/>
            <a:ext cx="338824" cy="33883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8466025" y="5583535"/>
            <a:ext cx="30640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Mobile-Based Access Control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466025" y="5902623"/>
            <a:ext cx="306409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Smartphone-based credentials allow remote and convenient locker access.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529"/>
            <a:ext cx="10868745" cy="51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353344"/>
            <a:ext cx="1086874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nine components work together to deliver secure locker management through authentication, connectivity, monitoring, user interaction, and security notifications.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56891"/>
            <a:ext cx="313027" cy="313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431951"/>
            <a:ext cx="3514836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RFID Authentication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2766417"/>
            <a:ext cx="351483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 or tag-based identity verification at the locker.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8331" y="1956891"/>
            <a:ext cx="313027" cy="313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38331" y="2431951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Biometric System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38331" y="2766417"/>
            <a:ext cx="351493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High-assurance biometric identity confirmation.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5285" y="1956891"/>
            <a:ext cx="313027" cy="313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15285" y="2431951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Mobile Access Control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15285" y="2766417"/>
            <a:ext cx="351493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Smartphone-based credential management and access.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83471"/>
            <a:ext cx="313027" cy="313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3958530"/>
            <a:ext cx="3514836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IoT Communication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61475" y="4292997"/>
            <a:ext cx="351483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Modules enabling real-time locker-to-platform connectivity.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8331" y="3483471"/>
            <a:ext cx="313027" cy="3130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38331" y="3958530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Cloud Connectivity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338331" y="4292997"/>
            <a:ext cx="351493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cloud infrastructure for data storage and access.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5285" y="3483471"/>
            <a:ext cx="313027" cy="31303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15285" y="3958530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Smart Locker Mechanism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8015285" y="4292997"/>
            <a:ext cx="351493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Electronically controlled access-control hardware.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010051"/>
            <a:ext cx="313027" cy="31303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1475" y="5485110"/>
            <a:ext cx="3514836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 Platform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61475" y="5819577"/>
            <a:ext cx="351483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Centralized platform for locker oversight and management.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8331" y="5010051"/>
            <a:ext cx="313027" cy="31303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338331" y="5485110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4338331" y="5819577"/>
            <a:ext cx="351493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Intuitive interface for user interaction and control.</a:t>
            </a:r>
            <a:endParaRPr lang="en-US" sz="12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15285" y="5010051"/>
            <a:ext cx="313027" cy="31303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015285" y="5485110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Alert Mechanism</a:t>
            </a:r>
            <a:endParaRPr lang="en-US" sz="1600" dirty="0"/>
          </a:p>
        </p:txBody>
      </p:sp>
      <p:sp>
        <p:nvSpPr>
          <p:cNvPr id="30" name="Text 19"/>
          <p:cNvSpPr/>
          <p:nvPr/>
        </p:nvSpPr>
        <p:spPr>
          <a:xfrm>
            <a:off x="8015285" y="5819577"/>
            <a:ext cx="351493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security alerts and notification delivery system.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19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Working Process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45431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527310"/>
            <a:ext cx="1586822" cy="320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Grant Access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36215" y="4206338"/>
            <a:ext cx="1586822" cy="962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Check Authorization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347253" y="4366824"/>
            <a:ext cx="1586822" cy="64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Verify Identity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358291" y="4366824"/>
            <a:ext cx="1586822" cy="64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Collect Credentials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25854" y="4366824"/>
            <a:ext cx="1586822" cy="64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Attempt Access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61475" y="570597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end-to-end workflow ensures every access attempt is authenticated, logged, and monitored — with instant alerts triggered for any unauthorized or forced-entry event.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233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Real-Time Monitoring and Security Alerts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3011884"/>
            <a:ext cx="3654135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Visibility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214092"/>
            <a:ext cx="3654135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monitoring improves security and enables quick response to suspicious activity. The system maintains a comprehensive view of all locker events at all times.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538" y="963216"/>
            <a:ext cx="6983932" cy="39576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52538" y="4973935"/>
            <a:ext cx="2296460" cy="624284"/>
          </a:xfrm>
          <a:prstGeom prst="roundRect">
            <a:avLst>
              <a:gd name="adj" fmla="val 2271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4646992" y="5068391"/>
            <a:ext cx="2107552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⚠</a:t>
            </a: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Unauthorized Access Detection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46992" y="5276949"/>
            <a:ext cx="210755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Flags and logs failed or unauthorized authentication attempts immediately.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896225" y="4973935"/>
            <a:ext cx="2296460" cy="624284"/>
          </a:xfrm>
          <a:prstGeom prst="roundRect">
            <a:avLst>
              <a:gd name="adj" fmla="val 2271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990679" y="5068391"/>
            <a:ext cx="2107552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🔒</a:t>
            </a: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Forced Entry Detection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90679" y="5276949"/>
            <a:ext cx="210755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Physical tampering or forced entry triggers an instant security response.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9239912" y="4973935"/>
            <a:ext cx="2296559" cy="624284"/>
          </a:xfrm>
          <a:prstGeom prst="roundRect">
            <a:avLst>
              <a:gd name="adj" fmla="val 2271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9334366" y="5068391"/>
            <a:ext cx="2107651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🔔</a:t>
            </a: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Instant Alerts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334366" y="5276949"/>
            <a:ext cx="210765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notifications are delivered in real time to administrators and users.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61475" y="5704384"/>
            <a:ext cx="2681717" cy="624384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628" y="5811540"/>
            <a:ext cx="24674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Locker Status Monitoring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8628" y="5994797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tracking of open, closed, and tampered states.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390418" y="5704384"/>
            <a:ext cx="2681816" cy="624384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97572" y="5811540"/>
            <a:ext cx="24675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Access History &amp; Auth Logs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497572" y="5994797"/>
            <a:ext cx="24675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records of every access event and authentication attempt.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119461" y="5704384"/>
            <a:ext cx="2681717" cy="624384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26615" y="5811540"/>
            <a:ext cx="24674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Activity Monitoring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226615" y="5994797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individual user interactions with the locker system.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8848404" y="5704384"/>
            <a:ext cx="2681816" cy="624384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55558" y="5811540"/>
            <a:ext cx="24675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Remote Monitoring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955558" y="5994797"/>
            <a:ext cx="24675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Administrators manage and observe locker activity from anywhere.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86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Dashboard and Centralized Management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56110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centralized interactive dashboard provides a single platform to monitor and manage all aspects of locker security.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076152"/>
            <a:ext cx="10868745" cy="4218980"/>
          </a:xfrm>
          <a:prstGeom prst="roundRect">
            <a:avLst>
              <a:gd name="adj" fmla="val 67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076152"/>
            <a:ext cx="5434373" cy="1406327"/>
          </a:xfrm>
          <a:custGeom>
            <a:avLst/>
            <a:gdLst/>
            <a:ahLst/>
            <a:cxnLst/>
            <a:rect l="l" t="t" r="r" b="b"/>
            <a:pathLst>
              <a:path w="5434373" h="1406327">
                <a:moveTo>
                  <a:pt x="23627" y="0"/>
                </a:moveTo>
                <a:lnTo>
                  <a:pt x="5434373" y="0"/>
                </a:lnTo>
                <a:lnTo>
                  <a:pt x="5434373" y="1406327"/>
                </a:lnTo>
                <a:lnTo>
                  <a:pt x="0" y="1406327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265164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Locker Status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50482" y="2688630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view of every locker's current state across all locations.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2076152"/>
            <a:ext cx="5434373" cy="1406327"/>
          </a:xfrm>
          <a:custGeom>
            <a:avLst/>
            <a:gdLst/>
            <a:ahLst/>
            <a:cxnLst/>
            <a:rect l="l" t="t" r="r" b="b"/>
            <a:pathLst>
              <a:path w="5434373" h="1406327">
                <a:moveTo>
                  <a:pt x="0" y="0"/>
                </a:moveTo>
                <a:lnTo>
                  <a:pt x="5410745" y="0"/>
                </a:lnTo>
                <a:arcTo wR="23627" hR="23628" stAng="16200000" swAng="5400000"/>
                <a:lnTo>
                  <a:pt x="5434373" y="1406327"/>
                </a:lnTo>
                <a:lnTo>
                  <a:pt x="0" y="140632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076152"/>
            <a:ext cx="25399" cy="1406327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2265164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Access History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284854" y="2688630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chronological log of all locker access events.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482479"/>
            <a:ext cx="5434373" cy="140632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3482479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850482" y="3671491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Authentication Logs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50482" y="4094956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Detailed records of all authentication attempts and outcomes.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48" y="3482479"/>
            <a:ext cx="5434373" cy="140632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482479"/>
            <a:ext cx="25399" cy="1406327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3482479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6284854" y="3671491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Activity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284854" y="4094956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Per-user interaction tracking for accountability and auditing.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1475" y="4888805"/>
            <a:ext cx="5434373" cy="1406327"/>
          </a:xfrm>
          <a:custGeom>
            <a:avLst/>
            <a:gdLst/>
            <a:ahLst/>
            <a:cxnLst/>
            <a:rect l="l" t="t" r="r" b="b"/>
            <a:pathLst>
              <a:path w="5434373" h="1406327">
                <a:moveTo>
                  <a:pt x="0" y="0"/>
                </a:moveTo>
                <a:lnTo>
                  <a:pt x="5434373" y="0"/>
                </a:lnTo>
                <a:lnTo>
                  <a:pt x="5434373" y="1406327"/>
                </a:lnTo>
                <a:lnTo>
                  <a:pt x="23627" y="1406327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475" y="488880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3" name="Text 21"/>
          <p:cNvSpPr/>
          <p:nvPr/>
        </p:nvSpPr>
        <p:spPr>
          <a:xfrm>
            <a:off x="850482" y="5077817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 Alerts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50482" y="5501283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Centralized view of all triggered alerts and incident history.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095848" y="4888805"/>
            <a:ext cx="5434373" cy="1406327"/>
          </a:xfrm>
          <a:custGeom>
            <a:avLst/>
            <a:gdLst/>
            <a:ahLst/>
            <a:cxnLst/>
            <a:rect l="l" t="t" r="r" b="b"/>
            <a:pathLst>
              <a:path w="5434373" h="1406327">
                <a:moveTo>
                  <a:pt x="0" y="0"/>
                </a:moveTo>
                <a:lnTo>
                  <a:pt x="5434373" y="0"/>
                </a:lnTo>
                <a:lnTo>
                  <a:pt x="5434373" y="1382699"/>
                </a:lnTo>
                <a:arcTo wR="23627" hR="23628" stAng="0" swAng="5400000"/>
                <a:lnTo>
                  <a:pt x="0" y="140632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4888805"/>
            <a:ext cx="25399" cy="1406327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488880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8" name="Text 26"/>
          <p:cNvSpPr/>
          <p:nvPr/>
        </p:nvSpPr>
        <p:spPr>
          <a:xfrm>
            <a:off x="6284854" y="5077817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Auth Management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6284854" y="5501283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Add, modify, or revoke user credentials and access rights remotely.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930"/>
            <a:ext cx="10868745" cy="503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Benefits and Applications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26170"/>
            <a:ext cx="356047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Benefits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20" y="1823244"/>
            <a:ext cx="230281" cy="2302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0433" y="1818481"/>
            <a:ext cx="3061516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Improved Access Control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60433" y="2195215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Multi-modal authentication ensures only verified users gain entry.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20" y="2894806"/>
            <a:ext cx="230281" cy="2302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0433" y="2890044"/>
            <a:ext cx="3061516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Enhanced Asset Protection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160433" y="3266777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monitoring and instant alerts safeguard stored assets.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20" y="3966369"/>
            <a:ext cx="230281" cy="2302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60433" y="3961606"/>
            <a:ext cx="306151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Reduced Unauthorized Access Risk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160433" y="4590355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IoT-based authentication eliminates key and password vulnerabilities.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20" y="5289947"/>
            <a:ext cx="230281" cy="2302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60433" y="5285184"/>
            <a:ext cx="3061516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Remote Monitoring &amp; Scalability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160433" y="5661918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and scale locker security from a single centralized platform.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602940" y="1370608"/>
            <a:ext cx="6933530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 Domains</a:t>
            </a:r>
            <a:endParaRPr lang="en-US" sz="15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940" y="1762919"/>
            <a:ext cx="971129" cy="97115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02940" y="2890044"/>
            <a:ext cx="220716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Banks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4602940" y="3266777"/>
            <a:ext cx="220716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High-security safe deposit and document storage.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073" y="1762919"/>
            <a:ext cx="971129" cy="97115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66073" y="2890044"/>
            <a:ext cx="220716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Educational Institutions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966073" y="3266777"/>
            <a:ext cx="220716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and staff locker management at scale.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9206" y="1762919"/>
            <a:ext cx="971129" cy="97115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329206" y="2890044"/>
            <a:ext cx="220716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Offices &amp; Hotels</a:t>
            </a:r>
            <a:endParaRPr lang="en-US" sz="1550" dirty="0"/>
          </a:p>
        </p:txBody>
      </p:sp>
      <p:sp>
        <p:nvSpPr>
          <p:cNvPr id="25" name="Text 16"/>
          <p:cNvSpPr/>
          <p:nvPr/>
        </p:nvSpPr>
        <p:spPr>
          <a:xfrm>
            <a:off x="9329206" y="3266777"/>
            <a:ext cx="220716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and guest secure storage solutions.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2940" y="3961606"/>
            <a:ext cx="971129" cy="97115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602940" y="5088731"/>
            <a:ext cx="2207165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Warehouses &amp; Residential</a:t>
            </a:r>
            <a:endParaRPr lang="en-US" sz="1550" dirty="0"/>
          </a:p>
        </p:txBody>
      </p:sp>
      <p:sp>
        <p:nvSpPr>
          <p:cNvPr id="28" name="Text 18"/>
          <p:cNvSpPr/>
          <p:nvPr/>
        </p:nvSpPr>
        <p:spPr>
          <a:xfrm>
            <a:off x="4602940" y="5717480"/>
            <a:ext cx="220716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Asset protection in industrial and home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1395"/>
            <a:ext cx="6296860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195586"/>
            <a:ext cx="629686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Smart Locker Access Control System represents a modern, intelligent approach to IoT-based locker security — directly addressing the limitations of traditional systems.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63514"/>
            <a:ext cx="6296860" cy="10533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085" y="1914128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Integrated Architecture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12085" y="2233216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secure authentication, IoT communication, cloud connectivity, and real-time monitoring in a unified system.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36776"/>
            <a:ext cx="6296860" cy="10533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2085" y="3087390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Overcomes Traditional Limitations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812085" y="3406477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Eliminates the vulnerabilities of physical keys and password-based locks with multi-modal, verified authentication.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10038"/>
            <a:ext cx="6296860" cy="10533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2085" y="4260652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Comprehensive Security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12085" y="4579739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Improves access control, asset protection, remote monitoring, and incident response across all deployment environments.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83299"/>
            <a:ext cx="6296860" cy="105330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12085" y="5433913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Intelligent &amp; Scalable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812085" y="5753001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forward-looking platform that scales to meet the security demands of diverse institutions and facilities.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907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DM Sans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5</cp:revision>
  <dcterms:created xsi:type="dcterms:W3CDTF">2026-08-19T06:22:58Z</dcterms:created>
  <dcterms:modified xsi:type="dcterms:W3CDTF">2026-10-04T18:26:00Z</dcterms:modified>
</cp:coreProperties>
</file>